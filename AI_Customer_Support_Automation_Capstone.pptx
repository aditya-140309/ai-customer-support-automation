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62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9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0.png"/><Relationship Id="rId10" Type="http://schemas.openxmlformats.org/officeDocument/2006/relationships/image" Target="../media/image27.png"/><Relationship Id="rId4" Type="http://schemas.openxmlformats.org/officeDocument/2006/relationships/image" Target="../media/image29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6400800" cy="6400800"/>
          </a:xfrm>
          <a:prstGeom prst="ellipse">
            <a:avLst/>
          </a:prstGeom>
          <a:solidFill>
            <a:srgbClr val="141F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14255" y="3749040"/>
            <a:ext cx="4206240" cy="4206240"/>
          </a:xfrm>
          <a:prstGeom prst="ellipse">
            <a:avLst/>
          </a:prstGeom>
          <a:ln w="15875">
            <a:solidFill>
              <a:srgbClr val="223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011680" y="5029200"/>
            <a:ext cx="3291840" cy="3291840"/>
          </a:xfrm>
          <a:prstGeom prst="ellipse">
            <a:avLst/>
          </a:prstGeom>
          <a:ln w="12700">
            <a:solidFill>
              <a:srgbClr val="223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SCHOOL '26  ·  CAPSTONE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10362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Customer</a:t>
            </a:r>
            <a:endParaRPr lang="en-US" sz="4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Automation Platform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n8n Workflow Automation, Google Gemini AI, Google Sheets &amp; Gmail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54200" y="416052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11C4E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capstone_ppt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504" y="4288536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57120" y="4160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39032" y="416052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11C4E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capstone_ppt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336" y="428853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1952" y="4160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23864" y="416052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11C4E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capstone_ppt/icons/t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168" y="428853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6784" y="4160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308696" y="416052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11C4E"/>
          </a:solidFill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capstone_ppt/icons/envel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000" y="4288536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11616" y="4160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937760" y="5257800"/>
            <a:ext cx="2313432" cy="0"/>
          </a:xfrm>
          <a:prstGeom prst="line">
            <a:avLst/>
          </a:prstGeom>
          <a:noFill/>
          <a:ln w="12700">
            <a:solidFill>
              <a:srgbClr val="2A3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0" y="544068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Aditya Mane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0" y="5833872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Robotics and Artificial Intelligence  |  COEP Technological University, Pune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0" y="6144768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3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School '26 Capstone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1170432"/>
          </a:xfrm>
          <a:prstGeom prst="roundRect">
            <a:avLst>
              <a:gd name="adj" fmla="val 7813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276856"/>
            <a:ext cx="365760" cy="365760"/>
          </a:xfrm>
          <a:prstGeom prst="ellipse">
            <a:avLst/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84248"/>
            <a:ext cx="4251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software company receives support requests through email, forms, and chat.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27832"/>
            <a:ext cx="5212080" cy="1170432"/>
          </a:xfrm>
          <a:prstGeom prst="roundRect">
            <a:avLst>
              <a:gd name="adj" fmla="val 7813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77240" y="3630168"/>
            <a:ext cx="365760" cy="365760"/>
          </a:xfrm>
          <a:prstGeom prst="ellipse">
            <a:avLst/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337560"/>
            <a:ext cx="4251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causes delays, inconsistent prioritization, and a poor customer experience.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81144"/>
            <a:ext cx="5212080" cy="1170432"/>
          </a:xfrm>
          <a:prstGeom prst="roundRect">
            <a:avLst>
              <a:gd name="adj" fmla="val 7813"/>
            </a:avLst>
          </a:prstGeom>
          <a:solidFill>
            <a:srgbClr val="E7EE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77240" y="4983480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690872"/>
            <a:ext cx="42519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automate the full ticket lifecycle end-to-end — from first contact to resolution.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Requests Arrive Today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20116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958584" y="2121408"/>
            <a:ext cx="457200" cy="45720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0" descr="/home/claude/capstone_ppt/icons/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884" y="2235708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0" y="26151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174736" y="20116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8732520" y="2121408"/>
            <a:ext cx="457200" cy="45720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1" descr="/home/claude/capstone_ppt/icons/for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820" y="2235708"/>
            <a:ext cx="228600" cy="228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174736" y="26151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9948672" y="2011680"/>
            <a:ext cx="1572768" cy="868680"/>
          </a:xfrm>
          <a:prstGeom prst="roundRect">
            <a:avLst>
              <a:gd name="adj" fmla="val 10526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10506456" y="2121408"/>
            <a:ext cx="457200" cy="45720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7" name="Image 2" descr="/home/claude/capstone_ppt/icons/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0756" y="2235708"/>
            <a:ext cx="228600" cy="2286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948672" y="261518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8851392" y="2944368"/>
            <a:ext cx="219456" cy="310896"/>
          </a:xfrm>
          <a:prstGeom prst="downArrow">
            <a:avLst/>
          </a:prstGeom>
          <a:solidFill>
            <a:srgbClr val="5A6B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6720840" y="3310128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6885432" y="3401568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3" descr="/home/claude/capstone_ppt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7164" y="3543300"/>
            <a:ext cx="283464" cy="2834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589520" y="3364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7589520" y="3639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· Inconsistent Priority · Poor CX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8851392" y="4206240"/>
            <a:ext cx="219456" cy="310896"/>
          </a:xfrm>
          <a:prstGeom prst="downArrow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0"/>
          <p:cNvSpPr/>
          <p:nvPr/>
        </p:nvSpPr>
        <p:spPr>
          <a:xfrm>
            <a:off x="6720840" y="4572000"/>
            <a:ext cx="4480560" cy="777240"/>
          </a:xfrm>
          <a:prstGeom prst="roundRect">
            <a:avLst>
              <a:gd name="adj" fmla="val 11765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6885432" y="4663440"/>
            <a:ext cx="566928" cy="566928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8" name="Image 4" descr="/home/claude/capstone_ppt/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7164" y="4805172"/>
            <a:ext cx="283464" cy="28346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589520" y="46085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End-to-End Automation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7589520" y="49011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complete ticket lifecycle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Automation Platform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 From This Platform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167128"/>
            <a:ext cx="1005840" cy="100584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apstone_ppt/icons/custo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98" y="2428646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093976"/>
            <a:ext cx="3579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57400" y="2496312"/>
            <a:ext cx="35798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 and clear status visibility on every ticket.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7356" y="178308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597396" y="2167128"/>
            <a:ext cx="1005840" cy="100584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apstone_ppt/icons/a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914" y="2428646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86116" y="2093976"/>
            <a:ext cx="3579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Agents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786116" y="2496312"/>
            <a:ext cx="35798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 with pre-classified, pre-routed tickets.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68680" y="4315968"/>
            <a:ext cx="1005840" cy="100584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capstone_ppt/icons/mana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98" y="4577486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242816"/>
            <a:ext cx="3579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Managers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057400" y="4645152"/>
            <a:ext cx="35798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visibility for critical, high-priority issues.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7356" y="3931920"/>
            <a:ext cx="5362956" cy="1783080"/>
          </a:xfrm>
          <a:prstGeom prst="roundRect">
            <a:avLst>
              <a:gd name="adj" fmla="val 5128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597396" y="4315968"/>
            <a:ext cx="1005840" cy="100584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capstone_ppt/icons/leadersh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914" y="4577486"/>
            <a:ext cx="482803" cy="482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86116" y="4242816"/>
            <a:ext cx="3579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786116" y="4645152"/>
            <a:ext cx="35798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metrics via automated weekly analytics reports.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Automation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Bottlenecks to Automated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FBED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90195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59152"/>
            <a:ext cx="457200" cy="457200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capstone_ppt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47345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591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categorization of tickets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capstone_ppt/icons/s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31318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prioritization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675888"/>
            <a:ext cx="457200" cy="457200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/home/claude/capstone_ppt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379018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6758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defined escalation path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68680" y="4334256"/>
            <a:ext cx="457200" cy="457200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/home/claude/capstone_ppt/icons/bullho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4448556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334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customer updates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68680" y="4992624"/>
            <a:ext cx="457200" cy="457200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4" descr="/home/claude/capstone_ppt/icons/commentsla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980" y="5106924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49926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feedback loop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172200" y="173736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EAF0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5"/>
          <p:cNvSpPr/>
          <p:nvPr/>
        </p:nvSpPr>
        <p:spPr>
          <a:xfrm>
            <a:off x="6492240" y="19019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492240" y="2331720"/>
            <a:ext cx="402336" cy="402336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5" descr="/home/claude/capstone_ppt/icons/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824" y="2432304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40880" y="23317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ticket capture from all channels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492240" y="2866644"/>
            <a:ext cx="402336" cy="402336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7" name="Image 6" descr="/home/claude/capstone_ppt/icons/b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2824" y="2967228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40880" y="286664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classification of every ticket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492240" y="3401568"/>
            <a:ext cx="402336" cy="402336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7" descr="/home/claude/capstone_ppt/icons/rando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2824" y="3502152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040880" y="340156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routing to the right team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6492240" y="3936492"/>
            <a:ext cx="402336" cy="402336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Image 8" descr="/home/claude/capstone_ppt/icons/user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2824" y="4037076"/>
            <a:ext cx="201168" cy="20116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040880" y="393649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 for critical (P1) issues</a:t>
            </a:r>
            <a:endParaRPr lang="en-US" sz="1200" dirty="0"/>
          </a:p>
        </p:txBody>
      </p:sp>
      <p:sp>
        <p:nvSpPr>
          <p:cNvPr id="35" name="Shape 24"/>
          <p:cNvSpPr/>
          <p:nvPr/>
        </p:nvSpPr>
        <p:spPr>
          <a:xfrm>
            <a:off x="6492240" y="4471416"/>
            <a:ext cx="402336" cy="402336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9" descr="/home/claude/capstone_ppt/icons/paperplan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2824" y="4572000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040880" y="447141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status communication</a:t>
            </a:r>
            <a:endParaRPr lang="en-US" sz="1200" dirty="0"/>
          </a:p>
        </p:txBody>
      </p:sp>
      <p:sp>
        <p:nvSpPr>
          <p:cNvPr id="38" name="Shape 26"/>
          <p:cNvSpPr/>
          <p:nvPr/>
        </p:nvSpPr>
        <p:spPr>
          <a:xfrm>
            <a:off x="6492240" y="5006340"/>
            <a:ext cx="402336" cy="402336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9" name="Image 10" descr="/home/claude/capstone_ppt/icons/pol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2824" y="5106924"/>
            <a:ext cx="201168" cy="20116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7040880" y="500634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customer feedback collection</a:t>
            </a:r>
            <a:endParaRPr lang="en-US" sz="1200" dirty="0"/>
          </a:p>
        </p:txBody>
      </p:sp>
      <p:sp>
        <p:nvSpPr>
          <p:cNvPr id="41" name="Shape 28"/>
          <p:cNvSpPr/>
          <p:nvPr/>
        </p:nvSpPr>
        <p:spPr>
          <a:xfrm>
            <a:off x="6492240" y="5541264"/>
            <a:ext cx="402336" cy="402336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2" name="Image 11" descr="/home/claude/capstone_ppt/icons/clipboardlis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2824" y="5641848"/>
            <a:ext cx="201168" cy="20116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7040880" y="554126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every action</a:t>
            </a:r>
            <a:endParaRPr lang="en-US" sz="1200" dirty="0"/>
          </a:p>
        </p:txBody>
      </p:sp>
      <p:sp>
        <p:nvSpPr>
          <p:cNvPr id="44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Automation Platform</a:t>
            </a:r>
            <a:endParaRPr lang="en-US" sz="900" dirty="0"/>
          </a:p>
        </p:txBody>
      </p:sp>
      <p:sp>
        <p:nvSpPr>
          <p:cNvPr id="45" name="Text 3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Connected n8n Workflows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235812" y="306324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363828" y="3191256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63828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7252" y="35478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37180" y="3534156"/>
            <a:ext cx="164592" cy="109728"/>
          </a:xfrm>
          <a:prstGeom prst="rightArrow">
            <a:avLst/>
          </a:prstGeom>
          <a:solidFill>
            <a:srgbClr val="5A6B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20060" y="306324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48076" y="3191256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48076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1500" y="35478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Priority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1428" y="3534156"/>
            <a:ext cx="164592" cy="109728"/>
          </a:xfrm>
          <a:prstGeom prst="rightArrow">
            <a:avLst/>
          </a:prstGeom>
          <a:solidFill>
            <a:srgbClr val="5A6B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204308" y="306324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332324" y="3191256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332324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95748" y="35478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05676" y="3534156"/>
            <a:ext cx="164592" cy="109728"/>
          </a:xfrm>
          <a:prstGeom prst="rightArrow">
            <a:avLst/>
          </a:prstGeom>
          <a:solidFill>
            <a:srgbClr val="5A6B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188556" y="306324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316572" y="3191256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6572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79996" y="35478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89924" y="3534156"/>
            <a:ext cx="164592" cy="109728"/>
          </a:xfrm>
          <a:prstGeom prst="rightArrow">
            <a:avLst/>
          </a:prstGeom>
          <a:solidFill>
            <a:srgbClr val="5A6B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172804" y="306324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300820" y="3191256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30082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4244" y="35478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</a:t>
            </a:r>
            <a:endParaRPr lang="en-US" sz="10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35812" y="4242816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via n8n “Execute Sub-workflow” nodes — each stage triggers the next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43988" y="2194560"/>
            <a:ext cx="3383280" cy="530352"/>
          </a:xfrm>
          <a:prstGeom prst="roundRect">
            <a:avLst>
              <a:gd name="adj" fmla="val 17241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735428" y="2240280"/>
            <a:ext cx="438912" cy="438912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Image 0" descr="/home/claude/capstone_ppt/icons/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156" y="2350008"/>
            <a:ext cx="219456" cy="219456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265780" y="2194560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— notifications &amp; approvals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347308" y="2194560"/>
            <a:ext cx="3200400" cy="530352"/>
          </a:xfrm>
          <a:prstGeom prst="roundRect">
            <a:avLst>
              <a:gd name="adj" fmla="val 17241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438748" y="2240280"/>
            <a:ext cx="438912" cy="438912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5" name="Image 1" descr="/home/claude/capstone_ppt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476" y="2350008"/>
            <a:ext cx="219456" cy="219456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969100" y="2194560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— classification engine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548640" y="5020056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0B14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777240" y="5111496"/>
            <a:ext cx="548640" cy="548640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9" name="Image 2" descr="/home/claude/capstone_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5243170"/>
            <a:ext cx="285293" cy="285293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508760" y="509320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— Central Database</a:t>
            </a:r>
            <a:endParaRPr lang="en-US" sz="1350" dirty="0"/>
          </a:p>
        </p:txBody>
      </p:sp>
      <p:sp>
        <p:nvSpPr>
          <p:cNvPr id="41" name="Text 36"/>
          <p:cNvSpPr/>
          <p:nvPr/>
        </p:nvSpPr>
        <p:spPr>
          <a:xfrm>
            <a:off x="1508760" y="540410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source of truth read &amp; written by all five workflows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2127352" y="4535424"/>
            <a:ext cx="0" cy="484632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8"/>
          <p:cNvSpPr/>
          <p:nvPr/>
        </p:nvSpPr>
        <p:spPr>
          <a:xfrm>
            <a:off x="4111600" y="4535424"/>
            <a:ext cx="0" cy="484632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9"/>
          <p:cNvSpPr/>
          <p:nvPr/>
        </p:nvSpPr>
        <p:spPr>
          <a:xfrm>
            <a:off x="6095848" y="4535424"/>
            <a:ext cx="0" cy="484632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0"/>
          <p:cNvSpPr/>
          <p:nvPr/>
        </p:nvSpPr>
        <p:spPr>
          <a:xfrm>
            <a:off x="8080096" y="4535424"/>
            <a:ext cx="0" cy="484632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1"/>
          <p:cNvSpPr/>
          <p:nvPr/>
        </p:nvSpPr>
        <p:spPr>
          <a:xfrm>
            <a:off x="10064344" y="4535424"/>
            <a:ext cx="0" cy="484632"/>
          </a:xfrm>
          <a:prstGeom prst="line">
            <a:avLst/>
          </a:prstGeom>
          <a:noFill/>
          <a:ln w="127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Automation Platform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Collection &amp; Registration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Nodes · Webhook-Triggered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78028" y="237744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455268" y="2697480"/>
            <a:ext cx="777240" cy="77724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capstone_ppt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289956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2620" y="2487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5188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Webhook Trigger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0908" y="41148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incoming ticket via HTTP webhook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64612" y="3648456"/>
            <a:ext cx="393192" cy="109728"/>
          </a:xfrm>
          <a:prstGeom prst="rightArrow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512668" y="237744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289908" y="2697480"/>
            <a:ext cx="777240" cy="77724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1" descr="/home/claude/capstone_ppt/icons/c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990" y="2899562"/>
            <a:ext cx="373075" cy="3730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77260" y="2487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49828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Data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695548" y="41148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and structures the raw payload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899252" y="3648456"/>
            <a:ext cx="393192" cy="109728"/>
          </a:xfrm>
          <a:prstGeom prst="rightArrow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6347308" y="237744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7124548" y="2697480"/>
            <a:ext cx="777240" cy="77724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2" descr="/home/claude/capstone_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630" y="2899562"/>
            <a:ext cx="373075" cy="37307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11900" y="2487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84468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to Sheets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530188" y="41148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new ticket record to Google Sheets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733892" y="3648456"/>
            <a:ext cx="393192" cy="109728"/>
          </a:xfrm>
          <a:prstGeom prst="rightArrow">
            <a:avLst/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9181948" y="237744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E7EE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9959188" y="2697480"/>
            <a:ext cx="777240" cy="777240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9" name="Image 3" descr="/home/claude/capstone_ppt/icons/envel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1270" y="2899562"/>
            <a:ext cx="373075" cy="37307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46540" y="2487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319108" y="3611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Acknowledgment Email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9364828" y="41148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an instant confirmation to the customer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result: every incoming ticket is captured, logged, and acknowledged within seconds — with zero manual effort.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Automation Platform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Classification &amp; Prioritization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Workflow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760720" cy="1170432"/>
          </a:xfrm>
          <a:prstGeom prst="roundRect">
            <a:avLst>
              <a:gd name="adj" fmla="val 7813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04672" y="2185416"/>
            <a:ext cx="731520" cy="73152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capstone_ppt/icons/rand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36829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19072" y="211226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Triggered by Workflow 1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719072" y="247802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automatically once a ticket is registered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5760720" cy="1170432"/>
          </a:xfrm>
          <a:prstGeom prst="roundRect">
            <a:avLst>
              <a:gd name="adj" fmla="val 7813"/>
            </a:avLst>
          </a:prstGeom>
          <a:solidFill>
            <a:srgbClr val="E4E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04672" y="3557016"/>
            <a:ext cx="731520" cy="731520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/home/claude/capstone_ppt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73989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19072" y="348386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AI Classifies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719072" y="384962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ticket content to determine category &amp; priority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709160"/>
            <a:ext cx="5760720" cy="1170432"/>
          </a:xfrm>
          <a:prstGeom prst="roundRect">
            <a:avLst>
              <a:gd name="adj" fmla="val 7813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04672" y="4928616"/>
            <a:ext cx="731520" cy="73152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2" descr="/home/claude/capstone_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11149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19072" y="485546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Updates Google Sheets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719072" y="522122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classification results back to the ticket record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629400" y="1965960"/>
            <a:ext cx="5029200" cy="3977640"/>
          </a:xfrm>
          <a:prstGeom prst="roundRect">
            <a:avLst>
              <a:gd name="adj" fmla="val 2299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641080" y="2286000"/>
            <a:ext cx="1005840" cy="1005840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3" descr="/home/claude/capstone_ppt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2540" y="253746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0372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Decision Making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995160" y="3977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995160" y="4270248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111C4E"/>
          </a:solidFill>
          <a:ln w="9525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6995160" y="427024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8138160" y="4270248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111C4E"/>
          </a:solidFill>
          <a:ln w="9525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8138160" y="427024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9281160" y="4270248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111C4E"/>
          </a:solidFill>
          <a:ln w="9525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9281160" y="427024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10424160" y="4270248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111C4E"/>
          </a:solidFill>
          <a:ln w="9525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10424160" y="427024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995160" y="4892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6995160" y="5184648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6995160" y="518464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8138160" y="5184648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2"/>
          <p:cNvSpPr/>
          <p:nvPr/>
        </p:nvSpPr>
        <p:spPr>
          <a:xfrm>
            <a:off x="8138160" y="518464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9281160" y="5184648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4"/>
          <p:cNvSpPr/>
          <p:nvPr/>
        </p:nvSpPr>
        <p:spPr>
          <a:xfrm>
            <a:off x="9281160" y="518464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10424160" y="5184648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6"/>
          <p:cNvSpPr/>
          <p:nvPr/>
        </p:nvSpPr>
        <p:spPr>
          <a:xfrm>
            <a:off x="10424160" y="518464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Automation Platform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Assignment &amp; Escalation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052560" y="384048"/>
            <a:ext cx="2606040" cy="502920"/>
          </a:xfrm>
          <a:prstGeom prst="roundRect">
            <a:avLst>
              <a:gd name="adj" fmla="val 50909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052560" y="38404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Branching · Human-in-the-Loop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Routing (Switch Node)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capstone_ppt/icons/code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2731770"/>
            <a:ext cx="251460" cy="2514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1455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011680" y="2560320"/>
            <a:ext cx="3657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148840" y="256032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Team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325880" y="2834640"/>
            <a:ext cx="685800" cy="36576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011680" y="3300984"/>
            <a:ext cx="3657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148840" y="330098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325880" y="2834640"/>
            <a:ext cx="685800" cy="777240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2011680" y="4041648"/>
            <a:ext cx="3657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2148840" y="40416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325880" y="2834640"/>
            <a:ext cx="685800" cy="1517904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2011680" y="4782312"/>
            <a:ext cx="3657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148840" y="478231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Support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1325880" y="2834640"/>
            <a:ext cx="685800" cy="2258568"/>
          </a:xfrm>
          <a:prstGeom prst="line">
            <a:avLst/>
          </a:prstGeom>
          <a:noFill/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263640" y="192024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BED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537960" y="2121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Escalation (IF Node)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583680" y="2606040"/>
            <a:ext cx="594360" cy="59436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1" descr="/home/claude/capstone_ppt/icons/s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70" y="2754630"/>
            <a:ext cx="297180" cy="2971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315200" y="26700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priority P1 (critical)?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766560" y="3337560"/>
            <a:ext cx="219456" cy="292608"/>
          </a:xfrm>
          <a:prstGeom prst="downArrow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7086600" y="3337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583680" y="374904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6766560" y="3867912"/>
            <a:ext cx="685800" cy="685800"/>
          </a:xfrm>
          <a:prstGeom prst="ellipse">
            <a:avLst/>
          </a:prstGeom>
          <a:solidFill>
            <a:srgbClr val="C0392B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2" descr="/home/claude/capstone_ppt/icons/user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010" y="4039362"/>
            <a:ext cx="342900" cy="3429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589520" y="38404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Email to Manager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7589520" y="41513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tickets require human manager approval before proceeding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583680" y="489204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1"/>
          <p:cNvSpPr/>
          <p:nvPr/>
        </p:nvSpPr>
        <p:spPr>
          <a:xfrm>
            <a:off x="6766560" y="4992624"/>
            <a:ext cx="640080" cy="640080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3" descr="/home/claude/capstone_ppt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6580" y="5152644"/>
            <a:ext cx="320040" cy="32004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543800" y="499262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7543800" y="528523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P2–P4 route automatically without manual review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Automation Platform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4 &amp;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Communication, Resolution &amp; Feedback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20025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4 — Communication &amp; Resolution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capstone_ppt/icons/paper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61061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441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Status Updates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554480" y="27249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customer informed as the ticket progresses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3520440"/>
            <a:ext cx="566928" cy="566928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capstone_ppt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366217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Marks Resolved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554480" y="37764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action triggers the resolution webhook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" y="4572000"/>
            <a:ext cx="566928" cy="566928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capstone_ppt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71373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544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Resolution Email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554480" y="4828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notified the issue is closed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263640" y="178308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4E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6537960" y="20025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5 — Feedback &amp; Analytics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537960" y="2468880"/>
            <a:ext cx="566928" cy="566928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capstone_ppt/icons/po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692" y="261061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2441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Feedback Survey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269480" y="27249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receives a short satisfaction survey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537960" y="3520440"/>
            <a:ext cx="566928" cy="566928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4" descr="/home/claude/capstone_ppt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3662172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6948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Logs Feedback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269480" y="37764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captured and stored automatically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537960" y="4572000"/>
            <a:ext cx="566928" cy="566928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9" name="Image 5" descr="/home/claude/capstone_ppt/icons/calen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9692" y="4713732"/>
            <a:ext cx="283464" cy="28346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69480" y="4544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Cron Report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7269480" y="4828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analytics report emailed to management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3032608" y="603504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/>
          <p:nvPr/>
        </p:nvSpPr>
        <p:spPr>
          <a:xfrm>
            <a:off x="3032608" y="60350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958688" y="603504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7"/>
          <p:cNvSpPr/>
          <p:nvPr/>
        </p:nvSpPr>
        <p:spPr>
          <a:xfrm>
            <a:off x="5958688" y="60350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Automation (Cron)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Automation Platform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Features Implemented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68096" y="1956816"/>
            <a:ext cx="493776" cy="493776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capstone_ppt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02" y="2075322"/>
            <a:ext cx="256764" cy="256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38084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Decision-Making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344668" y="1975104"/>
            <a:ext cx="457200" cy="457200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capstone_ppt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2061972"/>
            <a:ext cx="283464" cy="2834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77356" y="1783080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6496812" y="1956816"/>
            <a:ext cx="493776" cy="493776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capstone_ppt/icons/user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318" y="2075322"/>
            <a:ext cx="256764" cy="2567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46036" y="1783080"/>
            <a:ext cx="38084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11073384" y="1975104"/>
            <a:ext cx="457200" cy="457200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3" descr="/home/claude/capstone_ppt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0252" y="2061972"/>
            <a:ext cx="283464" cy="28346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2916936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768096" y="3090672"/>
            <a:ext cx="493776" cy="493776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4" descr="/home/claude/capstone_ppt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602" y="3209178"/>
            <a:ext cx="256764" cy="25676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2916936"/>
            <a:ext cx="38084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5344668" y="3108960"/>
            <a:ext cx="457200" cy="457200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5" descr="/home/claude/capstone_ppt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3195828"/>
            <a:ext cx="283464" cy="28346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277356" y="2916936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5"/>
          <p:cNvSpPr/>
          <p:nvPr/>
        </p:nvSpPr>
        <p:spPr>
          <a:xfrm>
            <a:off x="6496812" y="3090672"/>
            <a:ext cx="493776" cy="493776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6" descr="/home/claude/capstone_ppt/icons/clipboardli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318" y="3209178"/>
            <a:ext cx="256764" cy="25676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46036" y="2916936"/>
            <a:ext cx="38084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/ Audit Trail</a:t>
            </a:r>
            <a:endParaRPr lang="en-US" sz="1350" dirty="0"/>
          </a:p>
        </p:txBody>
      </p:sp>
      <p:sp>
        <p:nvSpPr>
          <p:cNvPr id="26" name="Shape 17"/>
          <p:cNvSpPr/>
          <p:nvPr/>
        </p:nvSpPr>
        <p:spPr>
          <a:xfrm>
            <a:off x="11073384" y="3108960"/>
            <a:ext cx="457200" cy="457200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7" name="Image 7" descr="/home/claude/capstone_ppt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0252" y="3195828"/>
            <a:ext cx="283464" cy="28346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548640" y="4050792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19"/>
          <p:cNvSpPr/>
          <p:nvPr/>
        </p:nvSpPr>
        <p:spPr>
          <a:xfrm>
            <a:off x="768096" y="4224528"/>
            <a:ext cx="493776" cy="493776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8" descr="/home/claude/capstone_ppt/icons/calend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602" y="4343034"/>
            <a:ext cx="256764" cy="25676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417320" y="4050792"/>
            <a:ext cx="38084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Cron Job</a:t>
            </a:r>
            <a:endParaRPr lang="en-US" sz="1350" dirty="0"/>
          </a:p>
        </p:txBody>
      </p:sp>
      <p:sp>
        <p:nvSpPr>
          <p:cNvPr id="32" name="Shape 21"/>
          <p:cNvSpPr/>
          <p:nvPr/>
        </p:nvSpPr>
        <p:spPr>
          <a:xfrm>
            <a:off x="5344668" y="4242816"/>
            <a:ext cx="457200" cy="457200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Image 9" descr="/home/claude/capstone_ppt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4329684"/>
            <a:ext cx="283464" cy="283464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6277356" y="4050792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3"/>
          <p:cNvSpPr/>
          <p:nvPr/>
        </p:nvSpPr>
        <p:spPr>
          <a:xfrm>
            <a:off x="6496812" y="4224528"/>
            <a:ext cx="493776" cy="493776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10" descr="/home/claude/capstone_ppt/icons/glo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318" y="4343034"/>
            <a:ext cx="256764" cy="256764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7146036" y="4050792"/>
            <a:ext cx="38084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Triggers</a:t>
            </a:r>
            <a:endParaRPr lang="en-US" sz="1350" dirty="0"/>
          </a:p>
        </p:txBody>
      </p:sp>
      <p:sp>
        <p:nvSpPr>
          <p:cNvPr id="38" name="Shape 25"/>
          <p:cNvSpPr/>
          <p:nvPr/>
        </p:nvSpPr>
        <p:spPr>
          <a:xfrm>
            <a:off x="11073384" y="4242816"/>
            <a:ext cx="457200" cy="457200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9" name="Image 11" descr="/home/claude/capstone_ppt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0252" y="4329684"/>
            <a:ext cx="283464" cy="283464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548640" y="5184648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27"/>
          <p:cNvSpPr/>
          <p:nvPr/>
        </p:nvSpPr>
        <p:spPr>
          <a:xfrm>
            <a:off x="768096" y="5358384"/>
            <a:ext cx="493776" cy="493776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2" name="Image 12" descr="/home/claude/capstone_ppt/icons/codebran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602" y="5476890"/>
            <a:ext cx="256764" cy="256764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1417320" y="5184648"/>
            <a:ext cx="38084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Branching</a:t>
            </a:r>
            <a:endParaRPr lang="en-US" sz="1350" dirty="0"/>
          </a:p>
        </p:txBody>
      </p:sp>
      <p:sp>
        <p:nvSpPr>
          <p:cNvPr id="44" name="Shape 29"/>
          <p:cNvSpPr/>
          <p:nvPr/>
        </p:nvSpPr>
        <p:spPr>
          <a:xfrm>
            <a:off x="5344668" y="5376672"/>
            <a:ext cx="457200" cy="457200"/>
          </a:xfrm>
          <a:prstGeom prst="ellipse">
            <a:avLst/>
          </a:prstGeom>
          <a:solidFill>
            <a:srgbClr val="2F6FED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5" name="Image 13" descr="/home/claude/capstone_ppt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5463540"/>
            <a:ext cx="283464" cy="283464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Automation Platform</a:t>
            </a:r>
            <a:endParaRPr lang="en-US" sz="900" dirty="0"/>
          </a:p>
        </p:txBody>
      </p:sp>
      <p:sp>
        <p:nvSpPr>
          <p:cNvPr id="47" name="Text 3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Results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67128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2322576"/>
            <a:ext cx="548640" cy="54864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capstone_ppt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45973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768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63040" y="2606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via Docker on WSL2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191256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31520" y="3346704"/>
            <a:ext cx="548640" cy="54864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capstone_ppt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8386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3009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463040" y="3630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classification &amp; prioritization engine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215384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31520" y="4370832"/>
            <a:ext cx="548640" cy="54864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capstone_ppt/icons/t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50799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325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463040" y="46542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shared ticket database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5239512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F2F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16215C"/>
          </a:solidFill>
          <a:ln/>
          <a:effectLst>
            <a:outerShdw blurRad="76200" dist="25400" dir="5400000" algn="bl" rotWithShape="0">
              <a:srgbClr val="0B144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capstone_ppt/icons/envel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53212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5349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(OAuth2)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463040" y="56784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Notifications, approvals &amp; reports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583680" y="17830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583680" y="2194560"/>
            <a:ext cx="5074920" cy="1170432"/>
          </a:xfrm>
          <a:prstGeom prst="roundRect">
            <a:avLst>
              <a:gd name="adj" fmla="val 7813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6903720" y="232257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8" name="Text 22"/>
          <p:cNvSpPr/>
          <p:nvPr/>
        </p:nvSpPr>
        <p:spPr>
          <a:xfrm>
            <a:off x="8549640" y="2194560"/>
            <a:ext cx="2788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Workflows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6583680" y="3566160"/>
            <a:ext cx="5074920" cy="1170432"/>
          </a:xfrm>
          <a:prstGeom prst="roundRect">
            <a:avLst>
              <a:gd name="adj" fmla="val 7813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6903720" y="369417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</a:t>
            </a:r>
            <a:endParaRPr lang="en-US" sz="4000" dirty="0"/>
          </a:p>
        </p:txBody>
      </p:sp>
      <p:sp>
        <p:nvSpPr>
          <p:cNvPr id="31" name="Text 25"/>
          <p:cNvSpPr/>
          <p:nvPr/>
        </p:nvSpPr>
        <p:spPr>
          <a:xfrm>
            <a:off x="8549640" y="3566160"/>
            <a:ext cx="2788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n8n Nodes</a:t>
            </a:r>
            <a:endParaRPr lang="en-US" sz="1350" dirty="0"/>
          </a:p>
        </p:txBody>
      </p:sp>
      <p:sp>
        <p:nvSpPr>
          <p:cNvPr id="32" name="Shape 26"/>
          <p:cNvSpPr/>
          <p:nvPr/>
        </p:nvSpPr>
        <p:spPr>
          <a:xfrm>
            <a:off x="6583680" y="4937760"/>
            <a:ext cx="5074920" cy="1170432"/>
          </a:xfrm>
          <a:prstGeom prst="roundRect">
            <a:avLst>
              <a:gd name="adj" fmla="val 7813"/>
            </a:avLst>
          </a:prstGeom>
          <a:solidFill>
            <a:srgbClr val="1621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6903720" y="506577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34" name="Text 28"/>
          <p:cNvSpPr/>
          <p:nvPr/>
        </p:nvSpPr>
        <p:spPr>
          <a:xfrm>
            <a:off x="8549640" y="4937760"/>
            <a:ext cx="2788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Real Emails &amp; Sheets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Automation Platform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377440"/>
            <a:ext cx="6400800" cy="6400800"/>
          </a:xfrm>
          <a:prstGeom prst="ellipse">
            <a:avLst/>
          </a:prstGeom>
          <a:solidFill>
            <a:srgbClr val="141F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14255" y="3749040"/>
            <a:ext cx="4206240" cy="4206240"/>
          </a:xfrm>
          <a:prstGeom prst="ellipse">
            <a:avLst/>
          </a:prstGeom>
          <a:ln w="15875">
            <a:solidFill>
              <a:srgbClr val="223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2011680" y="5029200"/>
            <a:ext cx="3291840" cy="3291840"/>
          </a:xfrm>
          <a:prstGeom prst="ellipse">
            <a:avLst/>
          </a:prstGeom>
          <a:ln w="12700">
            <a:solidFill>
              <a:srgbClr val="223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-1" y="29718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228600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60920" y="39959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0" y="5257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Aditya Mane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0" y="56235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Robotics and Artificial Intelligence · COEP Technological University, Pune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0" y="592531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3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email]  ·  linkedin.com/in/[your-handle]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3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Automation Platform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3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</Words>
  <Application>Microsoft Office PowerPoint</Application>
  <PresentationFormat>Widescreen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Mane</cp:lastModifiedBy>
  <cp:revision>3</cp:revision>
  <dcterms:created xsi:type="dcterms:W3CDTF">2026-08-12T10:33:27Z</dcterms:created>
  <dcterms:modified xsi:type="dcterms:W3CDTF">2026-08-12T10:49:02Z</dcterms:modified>
</cp:coreProperties>
</file>